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</p:sldIdLst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</Relationships>
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txBody>
          <a:bodyPr/>
          <a:lstStyle/>
          <a:p>
            <a:r>
              <a:t>Alpha Project status deck. Search should find roadmap and delivery notes.</a:t>
            </a:r>
          </a:p>
        </p:txBody>
      </p:sp>
    </p:spTree>
  </p:cSld>
</p:sld>
</file>